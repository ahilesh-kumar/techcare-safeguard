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2D3EE"/>
                </a:solidFill>
                <a:latin typeface="Arial"/>
              </a:defRPr>
            </a:pPr>
            <a:r>
              <a:t>TECHCARE OPS SWARM</a:t>
            </a:r>
          </a:p>
          <a:p>
            <a:pPr>
              <a:defRPr sz="2200">
                <a:solidFill>
                  <a:srgbClr val="34D399"/>
                </a:solidFill>
                <a:latin typeface="Arial"/>
              </a:defRPr>
            </a:pPr>
            <a:r>
              <a:t>Autonomous Multi-Agent Incident Containment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Band of Agents Hackathon | Track 1: Enterprise Workflows</a:t>
            </a:r>
          </a:p>
          <a:p>
            <a:pPr>
              <a:defRPr sz="1400" b="1">
                <a:solidFill>
                  <a:srgbClr val="DCE1E6"/>
                </a:solidFill>
                <a:latin typeface="Arial"/>
              </a:defRPr>
            </a:pPr>
            <a:r>
              <a:t>Powered by Band SDK &amp; Groq Llama 3.3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D3EE"/>
                </a:solidFill>
                <a:latin typeface="Arial"/>
              </a:defRPr>
            </a:pPr>
            <a:r>
              <a:t>The Problem: Panic, Latency, and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  <a:latin typeface="Arial"/>
              </a:defRPr>
            </a:pPr>
            <a:r>
              <a:t>• Industrial Emergency Latency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When telemetry spikes (temperature, pressure, or stalls occur), floor operators face high stress and must manual-search dense 500+ page manuals to find resolution sequences.</a:t>
            </a:r>
          </a:p>
          <a:p>
            <a:pPr>
              <a:defRPr sz="2000" b="1">
                <a:solidFill>
                  <a:srgbClr val="F87171"/>
                </a:solidFill>
                <a:latin typeface="Arial"/>
              </a:defRPr>
            </a:pPr>
            <a:r>
              <a:t>• Catastrophic Downtime Losses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Manual escalations take an average of 45 minutes, costing up to $450,000 per hour in production line downtime.</a:t>
            </a:r>
          </a:p>
          <a:p>
            <a:pPr>
              <a:defRPr sz="2000" b="1">
                <a:solidFill>
                  <a:srgbClr val="F87171"/>
                </a:solidFill>
                <a:latin typeface="Arial"/>
              </a:defRPr>
            </a:pPr>
            <a:r>
              <a:t>• Safety &amp; Liability Hazards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Human troubleshooting errors under pressure risk localized fires, equipment damage, grid failure, and severe operator hazards.</a:t>
            </a:r>
          </a:p>
          <a:p>
            <a:pPr>
              <a:defRPr sz="2000" b="1">
                <a:solidFill>
                  <a:srgbClr val="F87171"/>
                </a:solidFill>
                <a:latin typeface="Arial"/>
              </a:defRPr>
            </a:pPr>
            <a:r>
              <a:t>• Rigid Compliance Restrictions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Safety audits require verification against complex environmental and workspace regulations. Undocumented fixes lead to massive safety fines.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4D399"/>
                </a:solidFill>
                <a:latin typeface="Arial"/>
              </a:defRPr>
            </a:pPr>
            <a:r>
              <a:t>The Solution: TechCare Ops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Arial"/>
              </a:defRPr>
            </a:pPr>
            <a:r>
              <a:t>✓ Multi-Agent Collaboration desk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A dedicated swarm of 3 specialized agent types coordinating via Band SDK WebSockets to resolve incident alerts asynchronously.</a:t>
            </a:r>
          </a:p>
          <a:p>
            <a:pPr>
              <a:defRPr sz="2000" b="1">
                <a:solidFill>
                  <a:srgbClr val="22D3EE"/>
                </a:solidFill>
                <a:latin typeface="Arial"/>
              </a:defRPr>
            </a:pPr>
            <a:r>
              <a:t>✓ Dynamic Knowledge lookup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Agents read custom machine thresholds and instructions directly from a dynamic database, permitting real-time overrides.</a:t>
            </a:r>
          </a:p>
          <a:p>
            <a:pPr>
              <a:defRPr sz="2000" b="1">
                <a:solidFill>
                  <a:srgbClr val="34D399"/>
                </a:solidFill>
                <a:latin typeface="Arial"/>
              </a:defRPr>
            </a:pPr>
            <a:r>
              <a:t>✓ Regulatory Auditor Loop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Safety Auditor reviews technical plans, ensuring compliance with protocols before emitting a signed safety report.</a:t>
            </a:r>
          </a:p>
          <a:p>
            <a:pPr>
              <a:defRPr sz="2000" b="1">
                <a:solidFill>
                  <a:srgbClr val="34D399"/>
                </a:solidFill>
                <a:latin typeface="Arial"/>
              </a:defRPr>
            </a:pPr>
            <a:r>
              <a:t>✓ snappy &amp; Snappy execution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Arial"/>
              </a:defRPr>
            </a:pPr>
            <a:r>
              <a:t>  Completes the multi-turn agent interaction loop and outputs markdown reports in under 10 seconds using Groq API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D3EE"/>
                </a:solidFill>
                <a:latin typeface="Arial"/>
              </a:defRPr>
            </a:pPr>
            <a:r>
              <a:t>Orchestration Pipeline &amp; Agent Roster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468880" cy="3200400"/>
          </a:xfrm>
          <a:prstGeom prst="roundRect">
            <a:avLst/>
          </a:prstGeom>
          <a:solidFill>
            <a:srgbClr val="1414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22D3EE"/>
                </a:solidFill>
              </a:defRPr>
            </a:pPr>
            <a:r>
              <a:t>1. COORDINATOR</a:t>
            </a:r>
          </a:p>
          <a:p>
            <a:br/>
            <a:pPr>
              <a:defRPr sz="1100">
                <a:solidFill>
                  <a:srgbClr val="DCE1E6"/>
                </a:solidFill>
              </a:defRPr>
            </a:pPr>
            <a:r>
              <a:t>• Operations Manager</a:t>
            </a:r>
            <a:br/>
            <a:r>
              <a:t>• Captures raw telemetry logs</a:t>
            </a:r>
            <a:br/>
            <a:r>
              <a:t>• Parses target system name</a:t>
            </a:r>
            <a:br/>
            <a:r>
              <a:t>• Spawns the Band room</a:t>
            </a:r>
            <a:br/>
            <a:r>
              <a:t>• Adds Systems Analyst</a:t>
            </a:r>
            <a:br/>
            <a:r>
              <a:t>• Dispatches formatted alert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828800"/>
            <a:ext cx="2468880" cy="3200400"/>
          </a:xfrm>
          <a:prstGeom prst="roundRect">
            <a:avLst/>
          </a:prstGeom>
          <a:solidFill>
            <a:srgbClr val="14142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EAB308"/>
                </a:solidFill>
              </a:defRPr>
            </a:pPr>
            <a:r>
              <a:t>2. SYSTEMS ANALYST</a:t>
            </a:r>
          </a:p>
          <a:p>
            <a:br/>
            <a:pPr>
              <a:defRPr sz="1100">
                <a:solidFill>
                  <a:srgbClr val="DCE1E6"/>
                </a:solidFill>
              </a:defRPr>
            </a:pPr>
            <a:r>
              <a:t>• Lead Technical Engineer</a:t>
            </a:r>
            <a:br/>
            <a:r>
              <a:t>• Reads dynamic specs database</a:t>
            </a:r>
            <a:br/>
            <a:r>
              <a:t>• Verifies critical thresholds</a:t>
            </a:r>
            <a:br/>
            <a:r>
              <a:t>• Formulates isolation steps</a:t>
            </a:r>
            <a:br/>
            <a:r>
              <a:t>• Invites Safety Auditor</a:t>
            </a:r>
            <a:br/>
            <a:r>
              <a:t>• Sends resolution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468880" cy="3200400"/>
          </a:xfrm>
          <a:prstGeom prst="roundRect">
            <a:avLst/>
          </a:prstGeom>
          <a:solidFill>
            <a:srgbClr val="141428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4D399"/>
                </a:solidFill>
              </a:defRPr>
            </a:pPr>
            <a:r>
              <a:t>3. SAFETY AUDITOR</a:t>
            </a:r>
          </a:p>
          <a:p>
            <a:br/>
            <a:pPr>
              <a:defRPr sz="1100">
                <a:solidFill>
                  <a:srgbClr val="DCE1E6"/>
                </a:solidFill>
              </a:defRPr>
            </a:pPr>
            <a:r>
              <a:t>• Compliance Inspector</a:t>
            </a:r>
            <a:br/>
            <a:r>
              <a:t>• Reviews technical details</a:t>
            </a:r>
            <a:br/>
            <a:r>
              <a:t>• Validates warning safety laws</a:t>
            </a:r>
            <a:br/>
            <a:r>
              <a:t>• Formats markdown report</a:t>
            </a:r>
            <a:br/>
            <a:r>
              <a:t>• Signs off on compliance</a:t>
            </a:r>
            <a:br/>
            <a:r>
              <a:t>• Delivers final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D3EE"/>
                </a:solidFill>
                <a:latin typeface="Arial"/>
              </a:defRPr>
            </a:pPr>
            <a:r>
              <a:t>Advanced Backend Sandbox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rial"/>
              </a:defRPr>
            </a:pPr>
            <a:r>
              <a:t>⚡ Robust LLM Failover Engine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Features automatically cascading model fallback (Mixtral, Llama 3, Gemma) if preferred models throw rate limits, outages, or decommission errors, guaranteeing infinite reliability.</a:t>
            </a:r>
          </a:p>
          <a:p>
            <a:pPr>
              <a:defRPr sz="1800" b="1">
                <a:solidFill>
                  <a:srgbClr val="22D3EE"/>
                </a:solidFill>
                <a:latin typeface="Arial"/>
              </a:defRPr>
            </a:pPr>
            <a:r>
              <a:t>⚡ Dynamic Health Telemetry Status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Status API (/api/equipment) computes live health ratings (10-100%) and machine conditions based on log frequencies, enabling immediate floor feedback.</a:t>
            </a:r>
          </a:p>
          <a:p>
            <a:pPr>
              <a:defRPr sz="1800" b="1">
                <a:solidFill>
                  <a:srgbClr val="34D399"/>
                </a:solidFill>
                <a:latin typeface="Arial"/>
              </a:defRPr>
            </a:pPr>
            <a:r>
              <a:t>⚡ Dynamic Blueprints &amp; System Rules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Real-time read/write specs and prompt rules permit developers to hot-reload system prompts and machine thresholds without server restarts.</a:t>
            </a:r>
          </a:p>
          <a:p>
            <a:pPr>
              <a:defRPr sz="1800" b="1">
                <a:solidFill>
                  <a:srgbClr val="34D399"/>
                </a:solidFill>
                <a:latin typeface="Arial"/>
              </a:defRPr>
            </a:pPr>
            <a:r>
              <a:t>⚡ Signed Report MD Downloader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Generates and exports safety incident logs directly as markdown files from backend archives for immediate compliance archiving.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4D399"/>
                </a:solidFill>
                <a:latin typeface="Arial"/>
              </a:defRPr>
            </a:pPr>
            <a:r>
              <a:t>Premium Crisis Control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EE"/>
                </a:solidFill>
                <a:latin typeface="Arial"/>
              </a:defRPr>
            </a:pPr>
            <a:r>
              <a:t>✦ Obsidian Dark Layout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Sleek dark theme with glowing neon status indicators and interactive elements that captivate operators.</a:t>
            </a:r>
          </a:p>
          <a:p>
            <a:pPr>
              <a:defRPr sz="1800" b="1">
                <a:solidFill>
                  <a:srgbClr val="22D3EE"/>
                </a:solidFill>
                <a:latin typeface="Arial"/>
              </a:defRPr>
            </a:pPr>
            <a:r>
              <a:t>✦ Live Telemetry &amp; Logs Feed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Streams real-time step progress reports and agent dialogue logs via Server-Sent Events (SSE).</a:t>
            </a:r>
          </a:p>
          <a:p>
            <a:pPr>
              <a:defRPr sz="1800" b="1">
                <a:solidFill>
                  <a:srgbClr val="22D3EE"/>
                </a:solidFill>
                <a:latin typeface="Arial"/>
              </a:defRPr>
            </a:pPr>
            <a:r>
              <a:t>✦ Tabbed Control Centers</a:t>
            </a:r>
          </a:p>
          <a:p>
            <a:pPr>
              <a:spcAft>
                <a:spcPts val="1200"/>
              </a:spcAft>
              <a:defRPr sz="1300">
                <a:solidFill>
                  <a:srgbClr val="DCE1E6"/>
                </a:solidFill>
                <a:latin typeface="Arial"/>
              </a:defRPr>
            </a:pPr>
            <a:r>
              <a:t>  Four decoupled developer control centers: Scenario Center, Blueprint Directory, Agent Prompt Console, and History logs.</a:t>
            </a:r>
          </a:p>
          <a:p>
            <a:pPr>
              <a:defRPr sz="1800" b="1">
                <a:solidFill>
                  <a:srgbClr val="22D3EE"/>
                </a:solidFill>
                <a:latin typeface="Arial"/>
              </a:defRPr>
            </a:pPr>
            <a:r>
              <a:t>✦ One-click System Reset</a:t>
            </a:r>
          </a:p>
          <a:p>
            <a:pPr>
              <a:spcAft>
                <a:spcPts val="1200"/>
              </a:spcAft>
              <a:defRPr sz="1300">
                <a:solidFill>
                  <a:srgbClr val="34D399"/>
                </a:solidFill>
                <a:latin typeface="Arial"/>
              </a:defRPr>
            </a:pPr>
            <a:r>
              <a:t>  Enables resetting sandbox parameters, purges telemetry caches, and reloads default blueprints in one click.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